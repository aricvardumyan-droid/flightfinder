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F86FA-D0BA-4DD5-A100-0C7CDE74F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16CF37B-A879-4288-8D5E-FCEA16127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AF852A2-7004-4A72-9A6F-F3B58A730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DC07F8-E41F-461B-80E9-F575619F3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866B50-A022-4A26-97E5-FDDC6F51B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844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2F966A-0A8A-4323-A2C8-B5E248C7A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BE24A7D-C7BB-4EF2-A8B4-E03201ACE1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6A5C68C-9EFA-428D-9F75-81FF6A0F5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C4EB53-EA47-412E-BB00-972C26402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068A63-C2FB-4088-9242-A73581B58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9927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2B60E-A6FD-4E30-BC91-696242BC7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93308A1-CB45-404E-8FC9-1B15D2D4D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F06C66-7F89-4202-8195-A1516D82C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C1DA8F-E88B-40C0-9DF8-7B2CB3767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E5A09F4-897D-4BCB-B4D5-B26EADA3D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059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535E15-62F6-4884-8130-CBCBFA56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7C6405-9565-4C20-ADD3-62D26F88EE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6864091-CF60-4714-9F12-528330817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54B4E09-36EF-438D-922B-BCA2AC24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57D48D8-BF08-4727-8786-7819EEF25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6F16F44-49C5-4670-AB65-0AEB6B565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445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1E7FB-3C81-4BB8-B630-41AE95A19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6524709-05B7-4C37-B403-9151A309F3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C2FEE9-94A7-4C9C-99ED-29BDEB0893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ECC41B9-17C8-4BC6-A996-DACAB777AF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6A9F8D6-C5D5-4356-A5B2-F4D336108B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079FAC0-C0F3-4EAD-9342-F6465C70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308CCD2-A395-4BD0-84D1-FF55EC9B4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E07B75-C2D4-4806-91E0-838B7531F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5253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CCAD68-2CD9-459C-9837-E0F6988E2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913C7A7-FAA7-4001-B486-9AAF0A383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5849137-CCC4-416F-BF43-5D8299909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96449D-A874-4CFD-ADBC-D5E15EC72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30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2AEA4F-F059-488D-974A-E9029272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4396252-6E87-4B04-915F-CF7009441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99741B3-39D1-46C3-BF2B-6FA7D3D13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28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55982F-D6A1-46B9-A0CE-7E4D0FBB4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5D215E-C2B6-4619-9A44-766596328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B158362-7B74-4EB4-97AE-47E83F96D9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8F196B-A179-4F85-A853-08D89F6F6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D062144-32DB-4862-87C9-16F1B9E8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2CD094-F0EE-4943-B948-CB8A4CD6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2825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BCFE8F-2509-48EF-AE45-F25121F11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8FF8EE6-E7DA-4D0A-BAE3-9140F2F0D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90C653-C2F8-4486-9AAD-AF118245D4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C8D751A-27AC-495C-803D-C97DE031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FA3476-103D-46EE-BF63-C6E84CE9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9E6C30C-58AB-47F8-88CB-29E13B2F0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154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5B70C-211B-4331-A87F-BB6B0B2C5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851C83-32C7-47CA-A48F-16E0BEA506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42553F-90F9-4A7B-9EAE-AFF3C7FF4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3DFA880-82C1-432F-93CF-7F5FC6D5D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363408-E62A-44EB-8537-D4FECA439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0272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1B50584-D26B-435A-BC6A-DEB0E3A150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19F986E-CBA7-4E69-800E-650DAF613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41B68F-ADC4-4631-9E2A-E25DAAC23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1A566FE-203D-49BE-832F-02F95304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5CC348-4B48-4B9D-8FB4-071E243C4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6658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4C0CC-9DA0-4D30-9DEF-8C4A4BB98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7CD424-41F2-4204-A1D2-C43EE7983E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B78CB90-F01A-4212-976B-6A18CF6DC4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C3BF22-8C2F-40AF-BBFC-027866353FC0}" type="datetimeFigureOut">
              <a:rPr lang="ru-RU" smtClean="0"/>
              <a:t>05.04.2026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5F7024-0787-46C1-8A4F-59DD31D2D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933553-19C6-4995-A5CC-C289DAA55C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D1C46-9DE5-41C1-9888-0A26800E59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5068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428289-4B5B-46CF-9696-77B1A64D2E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q-AL" dirty="0"/>
              <a:t>FLIGHTFINDER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4F4965-7DDC-4AD4-B50B-1D04C9A7A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61721" y="4707824"/>
            <a:ext cx="3012558" cy="1655762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Работу выполнил:</a:t>
            </a:r>
          </a:p>
          <a:p>
            <a:r>
              <a:rPr lang="ru-RU" dirty="0"/>
              <a:t>Вардумян Эрик </a:t>
            </a:r>
            <a:r>
              <a:rPr lang="ru-RU" dirty="0" err="1"/>
              <a:t>Араратович</a:t>
            </a:r>
            <a:endParaRPr lang="ru-RU" dirty="0"/>
          </a:p>
          <a:p>
            <a:endParaRPr lang="ru-RU" dirty="0"/>
          </a:p>
          <a:p>
            <a:r>
              <a:rPr lang="ru-RU" dirty="0"/>
              <a:t>Руководитель проекта:</a:t>
            </a:r>
          </a:p>
          <a:p>
            <a:r>
              <a:rPr lang="ru-RU" dirty="0"/>
              <a:t>Грачев Николай Романович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5160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11DA00-1C76-4C1A-84C5-E66B7F52C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Идея проекта и цель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141CD6-AF99-45E3-A911-4C4CDA551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468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8EEC7E-F5DB-44D6-91FC-C51C48A2E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Технологический стек</a:t>
            </a:r>
            <a:br>
              <a:rPr lang="ru-RU" b="1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3A89BE-5B79-4CFA-A8F5-133988979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9761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2DDF16-1A8B-4315-8A95-3D6B87F5E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приложения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127AA7-E762-41F2-815B-0BD708D0E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47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11AF80-992F-409D-B1E1-40E0BF19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Структура базы данных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E24530-79A2-47AC-849A-1BBBEE984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3391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1092B0-0844-40D6-94C4-8FACC1CF3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Основной функционал (Часть 1)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6763D4-207F-44B9-8B94-153C0059D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6386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4DB06-6EC1-463C-9F96-229D7AD7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Основной функционал (Часть 2)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66EFE9-2ACE-4F93-A227-789C51254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6284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9D6386-D307-4E88-ACFA-A2937D7D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Скриншоты интерфейса</a:t>
            </a:r>
            <a:br>
              <a:rPr lang="ru-RU" b="1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4F45B2-8788-4941-98D8-235B63302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61781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796CD-9738-4006-AFAB-C0F85C35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Демонстрация работы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86A7F7-A95D-40D5-9A23-4348414E8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1142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B9893-AE8F-4851-8E2B-AA916D6B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Итоги и результаты</a:t>
            </a:r>
            <a:br>
              <a:rPr lang="ru-RU" b="1" dirty="0"/>
            </a:b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556002C-89CA-4F4D-98DF-124C6BAFD0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2653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324D6-61B3-4BAF-83C8-1C1D31DD7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Возможности для развития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CAEFCD-6CF7-4F3E-B563-A8FCE8FA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23236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</Words>
  <Application>Microsoft Office PowerPoint</Application>
  <PresentationFormat>Широкоэкранный</PresentationFormat>
  <Paragraphs>16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Тема Office</vt:lpstr>
      <vt:lpstr>FLIGHTFINDER</vt:lpstr>
      <vt:lpstr>Идея проекта и цель </vt:lpstr>
      <vt:lpstr>Технологический стек  </vt:lpstr>
      <vt:lpstr>Архитектура приложения </vt:lpstr>
      <vt:lpstr>Структура базы данных </vt:lpstr>
      <vt:lpstr>Основной функционал (Часть 1) </vt:lpstr>
      <vt:lpstr>Основной функционал (Часть 2) </vt:lpstr>
      <vt:lpstr>Скриншоты интерфейса  </vt:lpstr>
      <vt:lpstr>Демонстрация работы </vt:lpstr>
      <vt:lpstr>Итоги и результаты  </vt:lpstr>
      <vt:lpstr>Возможности для развития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FLIGHTFINDER</dc:title>
  <dc:creator>Diana</dc:creator>
  <cp:lastModifiedBy>Diana</cp:lastModifiedBy>
  <cp:revision>1</cp:revision>
  <dcterms:created xsi:type="dcterms:W3CDTF">2026-04-05T12:04:39Z</dcterms:created>
  <dcterms:modified xsi:type="dcterms:W3CDTF">2026-04-05T12:05:04Z</dcterms:modified>
</cp:coreProperties>
</file>